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4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2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7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2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625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16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3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6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9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73EDE-A181-4A31-A283-48867ADD349A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8630A-722F-4B2C-9252-07C492C1C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6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I’m dumb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mtClean="0"/>
              <a:t>bdbdhf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54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I’m dumb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I’m dumb</dc:title>
  <dc:creator>Student</dc:creator>
  <cp:lastModifiedBy>Student</cp:lastModifiedBy>
  <cp:revision>2</cp:revision>
  <dcterms:created xsi:type="dcterms:W3CDTF">2026-08-04T08:57:51Z</dcterms:created>
  <dcterms:modified xsi:type="dcterms:W3CDTF">2026-08-04T08:59:10Z</dcterms:modified>
</cp:coreProperties>
</file>