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73EDE-A181-4A31-A283-48867ADD349A}" type="datetimeFigureOut">
              <a:rPr lang="en-IN" smtClean="0"/>
              <a:t>04-08-2026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8630A-722F-4B2C-9252-07C492C1C48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069410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73EDE-A181-4A31-A283-48867ADD349A}" type="datetimeFigureOut">
              <a:rPr lang="en-IN" smtClean="0"/>
              <a:t>04-08-2026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8630A-722F-4B2C-9252-07C492C1C48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435216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73EDE-A181-4A31-A283-48867ADD349A}" type="datetimeFigureOut">
              <a:rPr lang="en-IN" smtClean="0"/>
              <a:t>04-08-2026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8630A-722F-4B2C-9252-07C492C1C48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036724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73EDE-A181-4A31-A283-48867ADD349A}" type="datetimeFigureOut">
              <a:rPr lang="en-IN" smtClean="0"/>
              <a:t>04-08-2026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8630A-722F-4B2C-9252-07C492C1C48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72224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73EDE-A181-4A31-A283-48867ADD349A}" type="datetimeFigureOut">
              <a:rPr lang="en-IN" smtClean="0"/>
              <a:t>04-08-2026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8630A-722F-4B2C-9252-07C492C1C48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187826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73EDE-A181-4A31-A283-48867ADD349A}" type="datetimeFigureOut">
              <a:rPr lang="en-IN" smtClean="0"/>
              <a:t>04-08-2026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8630A-722F-4B2C-9252-07C492C1C48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836251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73EDE-A181-4A31-A283-48867ADD349A}" type="datetimeFigureOut">
              <a:rPr lang="en-IN" smtClean="0"/>
              <a:t>04-08-2026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8630A-722F-4B2C-9252-07C492C1C48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321607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73EDE-A181-4A31-A283-48867ADD349A}" type="datetimeFigureOut">
              <a:rPr lang="en-IN" smtClean="0"/>
              <a:t>04-08-2026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8630A-722F-4B2C-9252-07C492C1C48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706358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73EDE-A181-4A31-A283-48867ADD349A}" type="datetimeFigureOut">
              <a:rPr lang="en-IN" smtClean="0"/>
              <a:t>04-08-2026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8630A-722F-4B2C-9252-07C492C1C48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633333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73EDE-A181-4A31-A283-48867ADD349A}" type="datetimeFigureOut">
              <a:rPr lang="en-IN" smtClean="0"/>
              <a:t>04-08-2026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8630A-722F-4B2C-9252-07C492C1C48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98644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73EDE-A181-4A31-A283-48867ADD349A}" type="datetimeFigureOut">
              <a:rPr lang="en-IN" smtClean="0"/>
              <a:t>04-08-2026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8630A-722F-4B2C-9252-07C492C1C48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28799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773EDE-A181-4A31-A283-48867ADD349A}" type="datetimeFigureOut">
              <a:rPr lang="en-IN" smtClean="0"/>
              <a:t>04-08-2026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C8630A-722F-4B2C-9252-07C492C1C48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904655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 smtClean="0"/>
              <a:t>I’m dumb</a:t>
            </a:r>
            <a:endParaRPr lang="en-IN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 err="1" smtClean="0"/>
              <a:t>Bdbdhf</a:t>
            </a:r>
            <a:r>
              <a:rPr lang="en-IN" dirty="0" smtClean="0"/>
              <a:t> </a:t>
            </a:r>
            <a:r>
              <a:rPr lang="en-IN" smtClean="0"/>
              <a:t>vyvuvg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16540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</Words>
  <Application>Microsoft Office PowerPoint</Application>
  <PresentationFormat>Widescreen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I’m dumb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I’m dumb</dc:title>
  <dc:creator>Student</dc:creator>
  <cp:lastModifiedBy>Student</cp:lastModifiedBy>
  <cp:revision>3</cp:revision>
  <dcterms:created xsi:type="dcterms:W3CDTF">2026-08-04T08:57:51Z</dcterms:created>
  <dcterms:modified xsi:type="dcterms:W3CDTF">2026-08-04T09:01:41Z</dcterms:modified>
</cp:coreProperties>
</file>