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6941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3521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3672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222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8782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3625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2160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0635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3333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864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879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0465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smtClean="0"/>
              <a:t>I’m dumb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 err="1" smtClean="0"/>
              <a:t>Bdbdhf</a:t>
            </a:r>
            <a:r>
              <a:rPr lang="en-IN" dirty="0" smtClean="0"/>
              <a:t> </a:t>
            </a:r>
            <a:r>
              <a:rPr lang="en-IN" dirty="0" err="1" smtClean="0"/>
              <a:t>vyvuvg</a:t>
            </a:r>
            <a:r>
              <a:rPr lang="en-IN" dirty="0" smtClean="0"/>
              <a:t>  </a:t>
            </a:r>
            <a:r>
              <a:rPr lang="en-IN" smtClean="0"/>
              <a:t>fghrtj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16540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I’m dumb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I’m dumb</dc:title>
  <dc:creator>Student</dc:creator>
  <cp:lastModifiedBy>Student</cp:lastModifiedBy>
  <cp:revision>4</cp:revision>
  <dcterms:created xsi:type="dcterms:W3CDTF">2026-08-04T08:57:51Z</dcterms:created>
  <dcterms:modified xsi:type="dcterms:W3CDTF">2026-08-04T09:03:23Z</dcterms:modified>
</cp:coreProperties>
</file>